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88"/>
    <p:restoredTop sz="96405"/>
  </p:normalViewPr>
  <p:slideViewPr>
    <p:cSldViewPr snapToGrid="0" showGuides="1">
      <p:cViewPr varScale="1">
        <p:scale>
          <a:sx n="216" d="100"/>
          <a:sy n="216" d="100"/>
        </p:scale>
        <p:origin x="86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F38C9-1DC4-233C-806C-A652D62D1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8BAB61-7456-D2E5-C50D-488B59554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054271-AC84-DCEF-1AEF-00E655C9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6C030-5CFA-3E0B-4C2D-71938CB0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AD26A-1AD9-9AAA-AFF7-8F28B4AA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825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12352-2E45-DB03-EDB5-14492A1D0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06EEC-FB99-9EB2-3D86-DD78BCD11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3A0AB8-65A6-F8D7-77FE-C6E84AC4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0E3093-5352-A825-5477-DADE60A2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8E44A-3198-18EA-9214-43F1E26C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81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8AA84-5FD6-7B24-5D0A-4F878408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EE4F21-BE38-9978-06B6-B766207E8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4D858-AF74-249E-9B34-8F8A0266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5E201-12D7-40D2-2FB9-8FAF0A02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86EED-EDD4-3553-C7C1-9940B4CD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195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938DB-9D71-6E4C-DBE1-70CA3F79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3FA76-29CC-6704-CFA8-034880D5E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B374E1-CE50-D445-DD6D-5C808B3BB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05ADAD-F60D-17AC-0999-50545659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AC4B66-2676-02AF-47E1-3AE8983C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99704B-3BC4-E935-0FCD-ABD426F9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452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581D7-CE1B-66A2-CA1E-181118A2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199749-07D6-7811-BF15-08F1AEB92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D5F82B-D509-068A-2308-60462A81D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D31673-0293-4DB2-4AD3-B174E7CAE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ECBBF9-47BF-AAD9-26DB-239327175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3AD044-D763-B617-97A1-61F44241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9C2291-7CAA-F9DF-0354-50349B81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A91AE2-2A75-7D2E-51F6-74848D22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741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1BCF1-657A-E934-8ECF-63395E50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A046BF-9698-D0D3-BC46-D2D057E3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28878-85B1-5FF9-D365-9852D2DF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A5B7B0-507C-3E57-9074-87112015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149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2DE6-ACA2-2B3F-6E9B-BEA165A1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598A79-73F3-C98A-9407-DDB562CC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FF3375-7B2C-961A-A8E0-BDB3719CF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29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279A7-440F-0663-44E1-D21E2ACB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EF285F-F1EF-AB77-0B42-054E702D0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4217CA-49A6-B5AA-AD4B-44B6792D9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70E768-7E68-66CE-9206-AA196A9C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619411-B15B-1872-8D45-C3180168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BA80A0-D68F-F922-6A56-D1313929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472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2C366-40E3-929C-5AA1-06C8581C4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9A1323-D91C-1810-1676-AD9F39F8F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9BC890-CF92-7DC8-E7F4-F37BE5F11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2547A2-036A-A895-6CCA-5BD62010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4AB6A8-5F75-FC47-BAB8-CD1BA33A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37EF19-139D-EE4E-CDBE-D68A327D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571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4EAEF-7D63-2DD5-3F8D-4CF24AD4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3157D4-854B-B1F9-0614-D45A4BD77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9D271-F9E7-7821-32A0-08E635E61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40827-3361-D2D7-2198-C4B8B6D0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E006B-7B63-BCA0-9044-9EDE3D97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225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51C339-580F-B133-5855-B7CA583F4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E89F97-78EC-2AE0-CE8D-22E33137E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3204-5529-3D6A-5949-94DDB743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AB299-4ABE-FBE2-C116-00042AF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22E85D-AF44-1A7E-70C6-27CB66DB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575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A8DBAA-E84B-778E-B57E-46C20B57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05C087-808A-6923-5F80-C9ED924EA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BA089-C076-F747-BCCD-50E148253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B5A0B-DDC3-7C42-8821-23C21177C348}" type="datetimeFigureOut">
              <a:rPr kumimoji="1" lang="ko-KR" altLang="en-US" smtClean="0"/>
              <a:t>2024. 11. 27.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EABB8-CEA6-933A-D72E-F654BD672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7E130-7063-BA92-9639-620883C3E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9235E-AFB7-FD4A-8C2F-725EEBB7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130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8F52F97A-9D95-8C3B-69FA-41045403FA91}"/>
              </a:ext>
            </a:extLst>
          </p:cNvPr>
          <p:cNvGrpSpPr/>
          <p:nvPr/>
        </p:nvGrpSpPr>
        <p:grpSpPr>
          <a:xfrm>
            <a:off x="3032485" y="981809"/>
            <a:ext cx="8796032" cy="4552217"/>
            <a:chOff x="1209585" y="1152891"/>
            <a:chExt cx="8796032" cy="455221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28D6591-E2A5-93EE-EC91-7DC6C01CE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9387" y="1152891"/>
              <a:ext cx="7173951" cy="455221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AACE6A-31E2-A4A8-58F8-4995A1606BF7}"/>
                </a:ext>
              </a:extLst>
            </p:cNvPr>
            <p:cNvSpPr txBox="1"/>
            <p:nvPr/>
          </p:nvSpPr>
          <p:spPr>
            <a:xfrm>
              <a:off x="1209585" y="2017986"/>
              <a:ext cx="1269960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/>
                <a:t>TI_P17_01</a:t>
              </a:r>
              <a:endParaRPr kumimoji="1" lang="ko-KR" altLang="en-US" b="1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10E3ED25-A5BC-9447-2EB2-3073CC8D0C63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2479545" y="2202652"/>
              <a:ext cx="1191476" cy="760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1DDD8F2-210B-6EF2-43CE-69D758BCC23B}"/>
                </a:ext>
              </a:extLst>
            </p:cNvPr>
            <p:cNvSpPr/>
            <p:nvPr/>
          </p:nvSpPr>
          <p:spPr>
            <a:xfrm>
              <a:off x="3644661" y="2936979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2ED683D-EAC6-D01E-2765-2B25E479E9AA}"/>
                </a:ext>
              </a:extLst>
            </p:cNvPr>
            <p:cNvSpPr/>
            <p:nvPr/>
          </p:nvSpPr>
          <p:spPr>
            <a:xfrm>
              <a:off x="4734405" y="3026979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10C0E1-1BEB-A559-E094-8CFAC0776389}"/>
                </a:ext>
              </a:extLst>
            </p:cNvPr>
            <p:cNvSpPr txBox="1"/>
            <p:nvPr/>
          </p:nvSpPr>
          <p:spPr>
            <a:xfrm>
              <a:off x="5267358" y="3094516"/>
              <a:ext cx="1269960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/>
                <a:t>TI_P17_02</a:t>
              </a:r>
              <a:endParaRPr kumimoji="1" lang="ko-KR" altLang="en-US" b="1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538DFB79-5866-141C-2E11-7B97AB74DA2C}"/>
                </a:ext>
              </a:extLst>
            </p:cNvPr>
            <p:cNvCxnSpPr>
              <a:cxnSpLocks/>
              <a:stCxn id="12" idx="1"/>
              <a:endCxn id="10" idx="6"/>
            </p:cNvCxnSpPr>
            <p:nvPr/>
          </p:nvCxnSpPr>
          <p:spPr>
            <a:xfrm flipH="1" flipV="1">
              <a:off x="4914405" y="3116979"/>
              <a:ext cx="352953" cy="162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C8508F0-0B2F-9C05-6DE5-E347188ADC9A}"/>
                </a:ext>
              </a:extLst>
            </p:cNvPr>
            <p:cNvSpPr/>
            <p:nvPr/>
          </p:nvSpPr>
          <p:spPr>
            <a:xfrm>
              <a:off x="7635905" y="3004516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75B4B64F-C682-52EC-5214-27B73A5605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9072" y="1760070"/>
              <a:ext cx="468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2C93A778-5BAD-934D-9EB2-FB640FB1A3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7072" y="1445342"/>
              <a:ext cx="345541" cy="3147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A89588-E976-E9BE-9DEF-C9DF61EFC231}"/>
                </a:ext>
              </a:extLst>
            </p:cNvPr>
            <p:cNvSpPr txBox="1"/>
            <p:nvPr/>
          </p:nvSpPr>
          <p:spPr>
            <a:xfrm>
              <a:off x="8761100" y="1823000"/>
              <a:ext cx="445113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/>
                <a:t>X</a:t>
              </a:r>
              <a:endParaRPr kumimoji="1" lang="ko-KR" altLang="en-US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8AE15E-AD0E-13F7-D336-F417D0A7B711}"/>
                </a:ext>
              </a:extLst>
            </p:cNvPr>
            <p:cNvSpPr txBox="1"/>
            <p:nvPr/>
          </p:nvSpPr>
          <p:spPr>
            <a:xfrm>
              <a:off x="9560504" y="1575404"/>
              <a:ext cx="445113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b="1" dirty="0"/>
                <a:t>Y</a:t>
              </a:r>
              <a:endParaRPr kumimoji="1" lang="ko-KR" altLang="en-US" b="1" dirty="0"/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E8AC048E-72CA-E212-198E-CEAC1542F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95" y="2544484"/>
            <a:ext cx="3391984" cy="31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1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</Words>
  <Application>Microsoft Macintosh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1</cp:revision>
  <dcterms:created xsi:type="dcterms:W3CDTF">2024-11-27T05:55:24Z</dcterms:created>
  <dcterms:modified xsi:type="dcterms:W3CDTF">2024-11-27T06:07:32Z</dcterms:modified>
</cp:coreProperties>
</file>